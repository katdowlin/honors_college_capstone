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7010400" cy="9296400"/>
  <p:embeddedFontLst>
    <p:embeddedFont>
      <p:font typeface="Nunito"/>
      <p:regular r:id="rId7"/>
      <p:bold r:id="rId8"/>
      <p:italic r:id="rId9"/>
      <p:boldItalic r:id="rId10"/>
    </p:embeddedFont>
    <p:embeddedFont>
      <p:font typeface="Nunito Black"/>
      <p:bold r:id="rId11"/>
      <p:boldItalic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93">
          <p15:clr>
            <a:srgbClr val="A4A3A4"/>
          </p15:clr>
        </p15:guide>
        <p15:guide id="2" pos="1920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w4u+TQmnL/5IB+BBANwG5KWFJ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93" orient="horz"/>
        <p:guide pos="192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Black-bold.fntdata"/><Relationship Id="rId10" Type="http://schemas.openxmlformats.org/officeDocument/2006/relationships/font" Target="fonts/Nunito-boldItalic.fntdata"/><Relationship Id="rId13" Type="http://schemas.openxmlformats.org/officeDocument/2006/relationships/font" Target="fonts/OpenSans-regular.fntdata"/><Relationship Id="rId12" Type="http://schemas.openxmlformats.org/officeDocument/2006/relationships/font" Target="fonts/Nunito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italic.fntdata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7" Type="http://customschemas.google.com/relationships/presentationmetadata" Target="meta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6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01675" y="4416426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" type="body"/>
          </p:nvPr>
        </p:nvSpPr>
        <p:spPr>
          <a:xfrm>
            <a:off x="-37432" y="235744"/>
            <a:ext cx="4392863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333333"/>
              </a:buClr>
              <a:buSzPts val="4575"/>
              <a:buFont typeface="Arial"/>
              <a:buNone/>
              <a:defRPr sz="457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Font typeface="Calibri"/>
              <a:buNone/>
              <a:defRPr/>
            </a:lvl2pPr>
            <a:lvl3pPr indent="-228600" lvl="2" marL="13716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Font typeface="Calibri"/>
              <a:buNone/>
              <a:defRPr/>
            </a:lvl3pPr>
            <a:lvl4pPr indent="-228600" lvl="3" marL="18288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Calibri"/>
              <a:buNone/>
              <a:defRPr/>
            </a:lvl4pPr>
            <a:lvl5pPr indent="-228600" lvl="4" marL="22860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Calibri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-37432" y="2662519"/>
            <a:ext cx="43928630" cy="1694330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4950"/>
              <a:buFont typeface="Arial"/>
              <a:buNone/>
              <a:defRPr sz="49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Font typeface="Calibri"/>
              <a:buNone/>
              <a:defRPr/>
            </a:lvl2pPr>
            <a:lvl3pPr indent="-228600" lvl="2" marL="13716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Font typeface="Calibri"/>
              <a:buNone/>
              <a:defRPr/>
            </a:lvl3pPr>
            <a:lvl4pPr indent="-228600" lvl="3" marL="18288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Calibri"/>
              <a:buNone/>
              <a:defRPr/>
            </a:lvl4pPr>
            <a:lvl5pPr indent="-228600" lvl="4" marL="22860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Calibri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2194561" y="1318263"/>
            <a:ext cx="39502082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194561" y="7680962"/>
            <a:ext cx="39502082" cy="21724623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3467102" y="21153127"/>
            <a:ext cx="37307518" cy="65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75"/>
              <a:buFont typeface="Calibri"/>
              <a:buNone/>
              <a:defRPr b="1" sz="12375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467102" y="13952224"/>
            <a:ext cx="37307518" cy="7200897"/>
          </a:xfrm>
          <a:prstGeom prst="rect">
            <a:avLst/>
          </a:prstGeom>
          <a:noFill/>
          <a:ln>
            <a:noFill/>
          </a:ln>
        </p:spPr>
        <p:txBody>
          <a:bodyPr anchorCtr="0" anchor="b" bIns="188050" lIns="376100" spcFirstLastPara="1" rIns="376100" wrap="square" tIns="188050">
            <a:normAutofit/>
          </a:bodyPr>
          <a:lstStyle>
            <a:lvl1pPr indent="-228600" lvl="0" marL="457200" algn="l">
              <a:spcBef>
                <a:spcPts val="1230"/>
              </a:spcBef>
              <a:spcAft>
                <a:spcPts val="0"/>
              </a:spcAft>
              <a:buClr>
                <a:srgbClr val="888888"/>
              </a:buClr>
              <a:buSzPts val="6150"/>
              <a:buNone/>
              <a:defRPr sz="615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1110"/>
              </a:spcBef>
              <a:spcAft>
                <a:spcPts val="0"/>
              </a:spcAft>
              <a:buClr>
                <a:srgbClr val="888888"/>
              </a:buClr>
              <a:buSzPts val="5550"/>
              <a:buNone/>
              <a:defRPr sz="55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90"/>
              </a:spcBef>
              <a:spcAft>
                <a:spcPts val="0"/>
              </a:spcAft>
              <a:buClr>
                <a:srgbClr val="888888"/>
              </a:buClr>
              <a:buSzPts val="4950"/>
              <a:buNone/>
              <a:defRPr sz="495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70"/>
              </a:spcBef>
              <a:spcAft>
                <a:spcPts val="0"/>
              </a:spcAft>
              <a:buClr>
                <a:srgbClr val="888888"/>
              </a:buClr>
              <a:buSzPts val="4350"/>
              <a:buNone/>
              <a:defRPr sz="43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70"/>
              </a:spcBef>
              <a:spcAft>
                <a:spcPts val="0"/>
              </a:spcAft>
              <a:buClr>
                <a:srgbClr val="888888"/>
              </a:buClr>
              <a:buSzPts val="4350"/>
              <a:buNone/>
              <a:defRPr sz="43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70"/>
              </a:spcBef>
              <a:spcAft>
                <a:spcPts val="0"/>
              </a:spcAft>
              <a:buClr>
                <a:srgbClr val="888888"/>
              </a:buClr>
              <a:buSzPts val="4350"/>
              <a:buNone/>
              <a:defRPr sz="43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70"/>
              </a:spcBef>
              <a:spcAft>
                <a:spcPts val="0"/>
              </a:spcAft>
              <a:buClr>
                <a:srgbClr val="888888"/>
              </a:buClr>
              <a:buSzPts val="4350"/>
              <a:buNone/>
              <a:defRPr sz="43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70"/>
              </a:spcBef>
              <a:spcAft>
                <a:spcPts val="0"/>
              </a:spcAft>
              <a:buClr>
                <a:srgbClr val="888888"/>
              </a:buClr>
              <a:buSzPts val="4350"/>
              <a:buNone/>
              <a:defRPr sz="43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70"/>
              </a:spcBef>
              <a:spcAft>
                <a:spcPts val="0"/>
              </a:spcAft>
              <a:buClr>
                <a:srgbClr val="888888"/>
              </a:buClr>
              <a:buSzPts val="4350"/>
              <a:buNone/>
              <a:defRPr sz="43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94561" y="1318263"/>
            <a:ext cx="39502082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2194561" y="7680962"/>
            <a:ext cx="19385280" cy="21724623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776287" lvl="0" marL="457200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Char char="•"/>
              <a:defRPr sz="8625"/>
            </a:lvl1pPr>
            <a:lvl2pPr indent="-700087" lvl="1" marL="9144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Char char="–"/>
              <a:defRPr sz="7425"/>
            </a:lvl2pPr>
            <a:lvl3pPr indent="-619125" lvl="2" marL="13716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•"/>
              <a:defRPr sz="6150"/>
            </a:lvl3pPr>
            <a:lvl4pPr indent="-581025" lvl="3" marL="18288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–"/>
              <a:defRPr sz="5550"/>
            </a:lvl4pPr>
            <a:lvl5pPr indent="-581025" lvl="4" marL="22860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»"/>
              <a:defRPr sz="5550"/>
            </a:lvl5pPr>
            <a:lvl6pPr indent="-581025" lvl="5" marL="27432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6pPr>
            <a:lvl7pPr indent="-581025" lvl="6" marL="32004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7pPr>
            <a:lvl8pPr indent="-581025" lvl="7" marL="36576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8pPr>
            <a:lvl9pPr indent="-581025" lvl="8" marL="41148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22311361" y="7680962"/>
            <a:ext cx="19385280" cy="21724623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776287" lvl="0" marL="457200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Char char="•"/>
              <a:defRPr sz="8625"/>
            </a:lvl1pPr>
            <a:lvl2pPr indent="-700087" lvl="1" marL="9144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Char char="–"/>
              <a:defRPr sz="7425"/>
            </a:lvl2pPr>
            <a:lvl3pPr indent="-619125" lvl="2" marL="13716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•"/>
              <a:defRPr sz="6150"/>
            </a:lvl3pPr>
            <a:lvl4pPr indent="-581025" lvl="3" marL="18288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–"/>
              <a:defRPr sz="5550"/>
            </a:lvl4pPr>
            <a:lvl5pPr indent="-581025" lvl="4" marL="22860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»"/>
              <a:defRPr sz="5550"/>
            </a:lvl5pPr>
            <a:lvl6pPr indent="-581025" lvl="5" marL="27432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6pPr>
            <a:lvl7pPr indent="-581025" lvl="6" marL="32004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7pPr>
            <a:lvl8pPr indent="-581025" lvl="7" marL="36576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8pPr>
            <a:lvl9pPr indent="-581025" lvl="8" marL="41148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2194561" y="1318263"/>
            <a:ext cx="39502082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7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2194567" y="7368543"/>
            <a:ext cx="19392903" cy="3070857"/>
          </a:xfrm>
          <a:prstGeom prst="rect">
            <a:avLst/>
          </a:prstGeom>
          <a:noFill/>
          <a:ln>
            <a:noFill/>
          </a:ln>
        </p:spPr>
        <p:txBody>
          <a:bodyPr anchorCtr="0" anchor="b" bIns="188050" lIns="376100" spcFirstLastPara="1" rIns="376100" wrap="square" tIns="188050">
            <a:normAutofit/>
          </a:bodyPr>
          <a:lstStyle>
            <a:lvl1pPr indent="-228600" lvl="0" marL="4572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None/>
              <a:defRPr b="1" sz="7425"/>
            </a:lvl1pPr>
            <a:lvl2pPr indent="-228600" lvl="1" marL="9144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None/>
              <a:defRPr b="1" sz="6150"/>
            </a:lvl2pPr>
            <a:lvl3pPr indent="-228600" lvl="2" marL="13716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None/>
              <a:defRPr b="1" sz="5550"/>
            </a:lvl3pPr>
            <a:lvl4pPr indent="-228600" lvl="3" marL="18288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4pPr>
            <a:lvl5pPr indent="-228600" lvl="4" marL="22860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5pPr>
            <a:lvl6pPr indent="-228600" lvl="5" marL="27432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6pPr>
            <a:lvl7pPr indent="-228600" lvl="6" marL="32004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7pPr>
            <a:lvl8pPr indent="-228600" lvl="7" marL="36576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8pPr>
            <a:lvl9pPr indent="-228600" lvl="8" marL="41148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2194567" y="10439400"/>
            <a:ext cx="19392903" cy="189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700087" lvl="0" marL="4572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Char char="•"/>
              <a:defRPr sz="7425"/>
            </a:lvl1pPr>
            <a:lvl2pPr indent="-619125" lvl="1" marL="9144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–"/>
              <a:defRPr sz="6150"/>
            </a:lvl2pPr>
            <a:lvl3pPr indent="-581025" lvl="2" marL="13716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3pPr>
            <a:lvl4pPr indent="-542925" lvl="3" marL="18288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–"/>
              <a:defRPr sz="4950"/>
            </a:lvl4pPr>
            <a:lvl5pPr indent="-542925" lvl="4" marL="22860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»"/>
              <a:defRPr sz="4950"/>
            </a:lvl5pPr>
            <a:lvl6pPr indent="-542925" lvl="5" marL="27432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•"/>
              <a:defRPr sz="4950"/>
            </a:lvl6pPr>
            <a:lvl7pPr indent="-542925" lvl="6" marL="32004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•"/>
              <a:defRPr sz="4950"/>
            </a:lvl7pPr>
            <a:lvl8pPr indent="-542925" lvl="7" marL="36576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•"/>
              <a:defRPr sz="4950"/>
            </a:lvl8pPr>
            <a:lvl9pPr indent="-542925" lvl="8" marL="41148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•"/>
              <a:defRPr sz="495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22296121" y="7368543"/>
            <a:ext cx="19400520" cy="3070857"/>
          </a:xfrm>
          <a:prstGeom prst="rect">
            <a:avLst/>
          </a:prstGeom>
          <a:noFill/>
          <a:ln>
            <a:noFill/>
          </a:ln>
        </p:spPr>
        <p:txBody>
          <a:bodyPr anchorCtr="0" anchor="b" bIns="188050" lIns="376100" spcFirstLastPara="1" rIns="376100" wrap="square" tIns="188050">
            <a:normAutofit/>
          </a:bodyPr>
          <a:lstStyle>
            <a:lvl1pPr indent="-228600" lvl="0" marL="4572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None/>
              <a:defRPr b="1" sz="7425"/>
            </a:lvl1pPr>
            <a:lvl2pPr indent="-228600" lvl="1" marL="9144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None/>
              <a:defRPr b="1" sz="6150"/>
            </a:lvl2pPr>
            <a:lvl3pPr indent="-228600" lvl="2" marL="13716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None/>
              <a:defRPr b="1" sz="5550"/>
            </a:lvl3pPr>
            <a:lvl4pPr indent="-228600" lvl="3" marL="18288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4pPr>
            <a:lvl5pPr indent="-228600" lvl="4" marL="22860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5pPr>
            <a:lvl6pPr indent="-228600" lvl="5" marL="27432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6pPr>
            <a:lvl7pPr indent="-228600" lvl="6" marL="32004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7pPr>
            <a:lvl8pPr indent="-228600" lvl="7" marL="36576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8pPr>
            <a:lvl9pPr indent="-228600" lvl="8" marL="41148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b="1" sz="495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22296121" y="10439400"/>
            <a:ext cx="19400520" cy="189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700087" lvl="0" marL="4572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Char char="•"/>
              <a:defRPr sz="7425"/>
            </a:lvl1pPr>
            <a:lvl2pPr indent="-619125" lvl="1" marL="9144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–"/>
              <a:defRPr sz="6150"/>
            </a:lvl2pPr>
            <a:lvl3pPr indent="-581025" lvl="2" marL="1371600" algn="l">
              <a:spcBef>
                <a:spcPts val="1110"/>
              </a:spcBef>
              <a:spcAft>
                <a:spcPts val="0"/>
              </a:spcAft>
              <a:buClr>
                <a:schemeClr val="dk1"/>
              </a:buClr>
              <a:buSzPts val="5550"/>
              <a:buChar char="•"/>
              <a:defRPr sz="5550"/>
            </a:lvl3pPr>
            <a:lvl4pPr indent="-542925" lvl="3" marL="18288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–"/>
              <a:defRPr sz="4950"/>
            </a:lvl4pPr>
            <a:lvl5pPr indent="-542925" lvl="4" marL="22860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»"/>
              <a:defRPr sz="4950"/>
            </a:lvl5pPr>
            <a:lvl6pPr indent="-542925" lvl="5" marL="27432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•"/>
              <a:defRPr sz="4950"/>
            </a:lvl6pPr>
            <a:lvl7pPr indent="-542925" lvl="6" marL="32004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•"/>
              <a:defRPr sz="4950"/>
            </a:lvl7pPr>
            <a:lvl8pPr indent="-542925" lvl="7" marL="36576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•"/>
              <a:defRPr sz="4950"/>
            </a:lvl8pPr>
            <a:lvl9pPr indent="-542925" lvl="8" marL="4114800" algn="l"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ts val="4950"/>
              <a:buChar char="•"/>
              <a:defRPr sz="495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2194561" y="1318263"/>
            <a:ext cx="39502082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2194571" y="1310640"/>
            <a:ext cx="14439903" cy="5577840"/>
          </a:xfrm>
          <a:prstGeom prst="rect">
            <a:avLst/>
          </a:prstGeom>
          <a:noFill/>
          <a:ln>
            <a:noFill/>
          </a:ln>
        </p:spPr>
        <p:txBody>
          <a:bodyPr anchorCtr="0" anchor="b" bIns="188050" lIns="376100" spcFirstLastPara="1" rIns="376100" wrap="square" tIns="1880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Calibri"/>
              <a:buNone/>
              <a:defRPr b="1" sz="61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17160239" y="1310642"/>
            <a:ext cx="24536400" cy="28094942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857250" lvl="0" marL="457200" algn="l">
              <a:spcBef>
                <a:spcPts val="1980"/>
              </a:spcBef>
              <a:spcAft>
                <a:spcPts val="0"/>
              </a:spcAft>
              <a:buClr>
                <a:schemeClr val="dk1"/>
              </a:buClr>
              <a:buSzPts val="9900"/>
              <a:buChar char="•"/>
              <a:defRPr sz="9900"/>
            </a:lvl1pPr>
            <a:lvl2pPr indent="-776287" lvl="1" marL="914400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Char char="–"/>
              <a:defRPr sz="8625"/>
            </a:lvl2pPr>
            <a:lvl3pPr indent="-700087" lvl="2" marL="137160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Char char="•"/>
              <a:defRPr sz="7425"/>
            </a:lvl3pPr>
            <a:lvl4pPr indent="-619125" lvl="3" marL="18288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–"/>
              <a:defRPr sz="6150"/>
            </a:lvl4pPr>
            <a:lvl5pPr indent="-619125" lvl="4" marL="22860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»"/>
              <a:defRPr sz="6150"/>
            </a:lvl5pPr>
            <a:lvl6pPr indent="-619125" lvl="5" marL="27432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•"/>
              <a:defRPr sz="6150"/>
            </a:lvl6pPr>
            <a:lvl7pPr indent="-619125" lvl="6" marL="32004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•"/>
              <a:defRPr sz="6150"/>
            </a:lvl7pPr>
            <a:lvl8pPr indent="-619125" lvl="7" marL="36576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•"/>
              <a:defRPr sz="6150"/>
            </a:lvl8pPr>
            <a:lvl9pPr indent="-619125" lvl="8" marL="411480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Char char="•"/>
              <a:defRPr sz="615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2194571" y="6888482"/>
            <a:ext cx="14439903" cy="22517102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228600" lvl="0" marL="457200" algn="l">
              <a:spcBef>
                <a:spcPts val="870"/>
              </a:spcBef>
              <a:spcAft>
                <a:spcPts val="0"/>
              </a:spcAft>
              <a:buClr>
                <a:schemeClr val="dk1"/>
              </a:buClr>
              <a:buSzPts val="4350"/>
              <a:buNone/>
              <a:defRPr sz="4350"/>
            </a:lvl1pPr>
            <a:lvl2pPr indent="-228600" lvl="1" marL="914400" algn="l">
              <a:spcBef>
                <a:spcPts val="735"/>
              </a:spcBef>
              <a:spcAft>
                <a:spcPts val="0"/>
              </a:spcAft>
              <a:buClr>
                <a:schemeClr val="dk1"/>
              </a:buClr>
              <a:buSzPts val="3675"/>
              <a:buNone/>
              <a:defRPr sz="3675"/>
            </a:lvl2pPr>
            <a:lvl3pPr indent="-228600" lvl="2" marL="1371600" algn="l"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3075"/>
              <a:buNone/>
              <a:defRPr sz="3075"/>
            </a:lvl3pPr>
            <a:lvl4pPr indent="-228600" lvl="3" marL="18288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4pPr>
            <a:lvl5pPr indent="-228600" lvl="4" marL="22860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5pPr>
            <a:lvl6pPr indent="-228600" lvl="5" marL="27432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6pPr>
            <a:lvl7pPr indent="-228600" lvl="6" marL="32004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7pPr>
            <a:lvl8pPr indent="-228600" lvl="7" marL="36576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8pPr>
            <a:lvl9pPr indent="-228600" lvl="8" marL="41148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602983" y="23042879"/>
            <a:ext cx="26334718" cy="2720343"/>
          </a:xfrm>
          <a:prstGeom prst="rect">
            <a:avLst/>
          </a:prstGeom>
          <a:noFill/>
          <a:ln>
            <a:noFill/>
          </a:ln>
        </p:spPr>
        <p:txBody>
          <a:bodyPr anchorCtr="0" anchor="b" bIns="188050" lIns="376100" spcFirstLastPara="1" rIns="376100" wrap="square" tIns="1880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Calibri"/>
              <a:buNone/>
              <a:defRPr b="1" sz="61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8602983" y="2941320"/>
            <a:ext cx="26334718" cy="19751041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602983" y="25763223"/>
            <a:ext cx="26334718" cy="3863337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228600" lvl="0" marL="457200" algn="l">
              <a:spcBef>
                <a:spcPts val="870"/>
              </a:spcBef>
              <a:spcAft>
                <a:spcPts val="0"/>
              </a:spcAft>
              <a:buClr>
                <a:schemeClr val="dk1"/>
              </a:buClr>
              <a:buSzPts val="4350"/>
              <a:buNone/>
              <a:defRPr sz="4350"/>
            </a:lvl1pPr>
            <a:lvl2pPr indent="-228600" lvl="1" marL="914400" algn="l">
              <a:spcBef>
                <a:spcPts val="735"/>
              </a:spcBef>
              <a:spcAft>
                <a:spcPts val="0"/>
              </a:spcAft>
              <a:buClr>
                <a:schemeClr val="dk1"/>
              </a:buClr>
              <a:buSzPts val="3675"/>
              <a:buNone/>
              <a:defRPr sz="3675"/>
            </a:lvl2pPr>
            <a:lvl3pPr indent="-228600" lvl="2" marL="1371600" algn="l"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3075"/>
              <a:buNone/>
              <a:defRPr sz="3075"/>
            </a:lvl3pPr>
            <a:lvl4pPr indent="-228600" lvl="3" marL="18288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4pPr>
            <a:lvl5pPr indent="-228600" lvl="4" marL="22860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5pPr>
            <a:lvl6pPr indent="-228600" lvl="5" marL="27432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6pPr>
            <a:lvl7pPr indent="-228600" lvl="6" marL="32004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7pPr>
            <a:lvl8pPr indent="-228600" lvl="7" marL="36576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8pPr>
            <a:lvl9pPr indent="-228600" lvl="8" marL="411480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5"/>
              <a:buNone/>
              <a:defRPr sz="2775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2194561" y="1318263"/>
            <a:ext cx="39502082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11083291" y="-1207768"/>
            <a:ext cx="21724623" cy="39502082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22715218" y="10424166"/>
            <a:ext cx="28087321" cy="987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2598419" y="914406"/>
            <a:ext cx="28087321" cy="28895039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194561" y="1318263"/>
            <a:ext cx="39502082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75"/>
              <a:buFont typeface="Calibri"/>
              <a:buNone/>
              <a:defRPr b="0" i="0" sz="13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194561" y="7680962"/>
            <a:ext cx="39502082" cy="21724623"/>
          </a:xfrm>
          <a:prstGeom prst="rect">
            <a:avLst/>
          </a:prstGeom>
          <a:noFill/>
          <a:ln>
            <a:noFill/>
          </a:ln>
        </p:spPr>
        <p:txBody>
          <a:bodyPr anchorCtr="0" anchor="t" bIns="188050" lIns="376100" spcFirstLastPara="1" rIns="376100" wrap="square" tIns="188050">
            <a:normAutofit/>
          </a:bodyPr>
          <a:lstStyle>
            <a:lvl1pPr indent="-857250" lvl="0" marL="457200" marR="0" rtl="0" algn="l">
              <a:spcBef>
                <a:spcPts val="1980"/>
              </a:spcBef>
              <a:spcAft>
                <a:spcPts val="0"/>
              </a:spcAft>
              <a:buClr>
                <a:schemeClr val="dk1"/>
              </a:buClr>
              <a:buSzPts val="9900"/>
              <a:buFont typeface="Arial"/>
              <a:buChar char="•"/>
              <a:defRPr b="0" i="0" sz="9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76287" lvl="1" marL="914400" marR="0" rtl="0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Font typeface="Arial"/>
              <a:buChar char="–"/>
              <a:defRPr b="0" i="0" sz="8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00087" lvl="2" marL="1371600" marR="0" rtl="0" algn="l">
              <a:spcBef>
                <a:spcPts val="1485"/>
              </a:spcBef>
              <a:spcAft>
                <a:spcPts val="0"/>
              </a:spcAft>
              <a:buClr>
                <a:schemeClr val="dk1"/>
              </a:buClr>
              <a:buSzPts val="7425"/>
              <a:buFont typeface="Arial"/>
              <a:buChar char="•"/>
              <a:defRPr b="0" i="0" sz="74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19125" lvl="3" marL="1828800" marR="0" rtl="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Arial"/>
              <a:buChar char="–"/>
              <a:defRPr b="0" i="0" sz="6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19125" lvl="4" marL="2286000" marR="0" rtl="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Arial"/>
              <a:buChar char="»"/>
              <a:defRPr b="0" i="0" sz="6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19125" lvl="5" marL="2743200" marR="0" rtl="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Arial"/>
              <a:buChar char="•"/>
              <a:defRPr b="0" i="0" sz="6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19125" lvl="6" marL="3200400" marR="0" rtl="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Arial"/>
              <a:buChar char="•"/>
              <a:defRPr b="0" i="0" sz="6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19125" lvl="7" marL="3657600" marR="0" rtl="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Arial"/>
              <a:buChar char="•"/>
              <a:defRPr b="0" i="0" sz="6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19125" lvl="8" marL="4114800" marR="0" rtl="0" algn="l">
              <a:spcBef>
                <a:spcPts val="1230"/>
              </a:spcBef>
              <a:spcAft>
                <a:spcPts val="0"/>
              </a:spcAft>
              <a:buClr>
                <a:schemeClr val="dk1"/>
              </a:buClr>
              <a:buSzPts val="6150"/>
              <a:buFont typeface="Arial"/>
              <a:buChar char="•"/>
              <a:defRPr b="0" i="0" sz="6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194560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4996161" y="30510488"/>
            <a:ext cx="138988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1455361" y="30510488"/>
            <a:ext cx="10241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050" lIns="376100" spcFirstLastPara="1" rIns="376100" wrap="square" tIns="1880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-11074400" y="164592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5400000">
            <a:off x="40690800" y="164592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900" y="33426400"/>
            <a:ext cx="29997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6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Template ID: inquisitalanchor  Size: 48x36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jp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5390400" y="838450"/>
            <a:ext cx="33109500" cy="29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505050"/>
              </a:buClr>
              <a:buSzPts val="8500"/>
              <a:buFont typeface="Nunito Black"/>
              <a:buNone/>
            </a:pPr>
            <a:r>
              <a:rPr lang="en-US" sz="8500">
                <a:solidFill>
                  <a:srgbClr val="505050"/>
                </a:solidFill>
                <a:latin typeface="Nunito Black"/>
                <a:ea typeface="Nunito Black"/>
                <a:cs typeface="Nunito Black"/>
                <a:sym typeface="Nunito Black"/>
              </a:rPr>
              <a:t>Power, Timing, and Wind: Modeling Performance in Collegiate Rowing Using Sensor Data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276975" y="4088325"/>
            <a:ext cx="32429700" cy="18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lang="en-US"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Katharina Dowlin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lang="en-US"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Rutgers Honors College Capstone Project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1633200" y="7544525"/>
            <a:ext cx="10541700" cy="7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Filtered to  Total Strokes between 100 and 200: 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Captures the middle 100 strokes of a 2,000-meter race.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Represents the most stable phase of rowing rhythm and efficiency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Resulting dataset has 3012 rower-stroke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observations for 4+ boats in 11 races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Rationale: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Initial analysis showed clear correlation differences between: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first 500 meters (start): high variability due to race-start intensity.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final 500 meters (finish): increased variability from fatigue and sprint effort.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middle section provides cleaner, more consistent data for evaluating effect of technical alignment on boat performance.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Cleaning Procedures: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Removed duplicate strokes (errors in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recording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based on Total Strokes to retain unique stroke entries per rower per race.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Dropped NaN values to ensure data integrity.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Applied numeric conversions for all key sensor-derived variables (e.g., Power, Catch, Finish, etc.).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2368375" y="7544525"/>
            <a:ext cx="10230900" cy="22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Feature Engineering: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Average Power per Stroke: Average power of all rowers on boat for each stroke (Watts)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Power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Misalignment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SD(Power of each stoke for all rowers (Watts))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Catch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Misalignment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SD(Effective Catch Angle) =SD(Catch + Slip)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Finish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Misalignment: SD(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Effective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Finish Angle)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SD(Finish - Wash)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Effective Length = |(Catch + Slip) − (Finish − Wash)|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Desync Index = Effective Catch SD + Effective Finish SD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Power Misalignment Interactions: Standardized interaction terms between average power per stroke and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misalignment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 power, effective catch, and effective finish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Random Forest Model Results: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Feature Importance for predicting Boat Speed (Meters/Sec for each stroke from GPS)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Identify which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variables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most strongly predict Speed using a non-parametric ensemble model.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Top Predictor: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Wind Along the course direction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Importance score: 0.52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Indicates that tailwinds or headwinds had largest impact on speed, confirming external conditions as a major performance factor.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Secondary Predictor: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Wind Cross (perpendicular to the course)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Importance score: 0.18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Also influential, though less than head/tail wind (may affect steering and balance).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Led to the use of mixed-effects models to control for wind variability across races by using race as the random effect in the model to better isolate rower technical contribution.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Results - Mixed-Effects Models (All Boats):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Speed ~ Stroke Rate + Effective Length + Max Force Angle + Misalignment Terms + Avg Power per Stroke + Interaction Terms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Effective Length: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Negative, significant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Suggests longer strokes aren't always better, possibly due to poor connection at extremes of stroke length.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Max Force Angle: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Negative, significant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More centered peak force appears more effective for speed.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Avg Power per Stroke: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Positive, significant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More power still matters, but within context of how it's applied.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SD of Effective Finish: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Negative,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significant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Misalignment at the finish reduces speed.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Power-Fit Interaction (Power):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Negative, significant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Benefit of average power on speed depends on the consistency of that power across rowers.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Results - Mixed-Effects Models (Boats with data from all 4 rowers):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Differences: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Stroke Rate: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 significant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In fully crewed boats, higher rate correlates better  with speed.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Power-Fit Interaction: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~Moderate effect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→ Borderline significance for Power x Catch SD suggests coordination might enhance the impact of power.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Other variables generally directionally consistent with first model. 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3473925" y="7544525"/>
            <a:ext cx="9798300" cy="106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Wind: 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Wind Along the Course was the most important predictor of boat speed in the Random Forest model (52% of feature importance).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Crosswinds had a smaller but noticeable effect; wind variables were controlled using race-level random effects in mixed models.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Variability</a:t>
            </a: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Rowing speed decreased as within-boat stroke variability increased.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effect was stronger in races where all four rowers had data.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Power: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Average Power per Stroke had a positive relationship with speed.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But its interaction with Power Misalignment was negative and significant: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effect of average power on boat speed is larger when power applied by each individual rower is similar.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ligned power output (high SD) reduced the effectiveness of average power.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Effective Catch &amp; Finish SD: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Variability in Catch and Finish mechanics (especially SD of “Effective Catch”) was correlated with performance.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Including these variability metrics improved model fit.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16075" y="18256900"/>
            <a:ext cx="11085000" cy="8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Rowing data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Collected by the Empower Oarlock system in Rutgers rowboats during regattas in the spring 2024 season.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Empower Oarlock sensors provide high-frequency stroke-level data for each rower  including power output, stroke length, force curves, catch, and finish angles.</a:t>
            </a:r>
            <a:endParaRPr sz="2400">
              <a:solidFill>
                <a:schemeClr val="dk1"/>
              </a:solidFill>
            </a:endParaRPr>
          </a:p>
          <a:p>
            <a:pPr indent="0" lvl="0" marL="635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Historical wind data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Accounts for environmental conditions, which prior research has shown to be the main determinant of boat speed.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Wind speed and wind direction at the time of each race obtained from wunderground.com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Steps taken to quantify effect of wind on boat performance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Determined heading angle of each racecourse (the direction in which the boat was traveling) using the start and finish GPS coordinates.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Calculated the angle difference between wind direction and boat’s heading.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Created two derived variables: wind along the course (Wind_Along) and wind across the course (Wind_Cross).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Using this angle difference (θ), the wind vector was decomposed into components: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3473920" y="18261795"/>
            <a:ext cx="9601200" cy="3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Future Research:</a:t>
            </a:r>
            <a:endParaRPr b="1"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Expand to full boats (8+ coxswain) and test whether the same alignment metrics scale up in complexity.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Investigate the how the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desynchronization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of a boat can 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affect</a:t>
            </a: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boat speed.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Apply unsupervised clustering or PCA to discover hidden patterns in rowing styles or rhythm.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Investigate fatigue effects over race duration by analyzing early, mid, and late race segments separately.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16079" y="6609300"/>
            <a:ext cx="9601200" cy="82296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Introduction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816079" y="16978993"/>
            <a:ext cx="9601200" cy="8229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Data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1633200" y="6609300"/>
            <a:ext cx="20624800" cy="82296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Data Cleaning,  </a:t>
            </a:r>
            <a:r>
              <a:rPr b="1" i="0" lang="en-US" sz="3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Methodology</a:t>
            </a:r>
            <a:r>
              <a:rPr b="1" lang="en-US" sz="3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i="0" lang="en-US" sz="3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Preliminary Analysis &amp; </a:t>
            </a:r>
            <a:r>
              <a:rPr b="1" lang="en-US" sz="3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Results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33473920" y="6609299"/>
            <a:ext cx="9601200" cy="82296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Conclusion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33473920" y="17365165"/>
            <a:ext cx="9601200" cy="82296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Future Work</a:t>
            </a:r>
            <a:endParaRPr/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325" y="10868599"/>
            <a:ext cx="8133751" cy="542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 title="wind_speed.jpg"/>
          <p:cNvPicPr preferRelativeResize="0"/>
          <p:nvPr/>
        </p:nvPicPr>
        <p:blipFill rotWithShape="1">
          <a:blip r:embed="rId4">
            <a:alphaModFix/>
          </a:blip>
          <a:srcRect b="58308" l="0" r="39039" t="6488"/>
          <a:stretch/>
        </p:blipFill>
        <p:spPr>
          <a:xfrm>
            <a:off x="702625" y="25529650"/>
            <a:ext cx="5574350" cy="24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5">
            <a:alphaModFix/>
          </a:blip>
          <a:srcRect b="2846" l="0" r="0" t="0"/>
          <a:stretch/>
        </p:blipFill>
        <p:spPr>
          <a:xfrm>
            <a:off x="14229700" y="15370287"/>
            <a:ext cx="7362825" cy="550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6">
            <a:alphaModFix/>
          </a:blip>
          <a:srcRect b="2846" l="0" r="0" t="0"/>
          <a:stretch/>
        </p:blipFill>
        <p:spPr>
          <a:xfrm>
            <a:off x="14286850" y="21254475"/>
            <a:ext cx="7305675" cy="550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1563075" y="16291100"/>
            <a:ext cx="9203400" cy="21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·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i="1" lang="en-US" sz="1900">
                <a:solidFill>
                  <a:schemeClr val="dk1"/>
                </a:solidFill>
              </a:rPr>
              <a:t>Me in the Varsity 4+ that placed 10th at the 2024 NCAA Championships. </a:t>
            </a:r>
            <a:endParaRPr i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90575" y="7544525"/>
            <a:ext cx="10230900" cy="4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Motivation:</a:t>
            </a:r>
            <a:r>
              <a:rPr lang="en-US" sz="2400">
                <a:solidFill>
                  <a:schemeClr val="dk1"/>
                </a:solidFill>
              </a:rPr>
              <a:t> My experience as a student-athlete on the Rutgers University women’s rowing team.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Goal:</a:t>
            </a:r>
            <a:r>
              <a:rPr lang="en-US" sz="2400">
                <a:solidFill>
                  <a:schemeClr val="dk1"/>
                </a:solidFill>
              </a:rPr>
              <a:t> Contribute to understanding how rowboat performance can be quantified, analyzed, and ultimately optimized using data.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Research Question:</a:t>
            </a:r>
            <a:r>
              <a:rPr lang="en-US" sz="2400">
                <a:solidFill>
                  <a:schemeClr val="dk1"/>
                </a:solidFill>
              </a:rPr>
              <a:t> How does alignment between all rowers on one boat affect boat speed and moderate the effect of average power on boat speed?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7">
            <a:alphaModFix/>
          </a:blip>
          <a:srcRect b="-91538" l="0" r="0" t="109946"/>
          <a:stretch/>
        </p:blipFill>
        <p:spPr>
          <a:xfrm>
            <a:off x="11633200" y="29656250"/>
            <a:ext cx="16057152" cy="736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8">
            <a:alphaModFix/>
          </a:blip>
          <a:srcRect b="32185" l="0" r="0" t="53673"/>
          <a:stretch/>
        </p:blipFill>
        <p:spPr>
          <a:xfrm>
            <a:off x="0" y="28500688"/>
            <a:ext cx="44606225" cy="436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 title="wind_speed.jpg"/>
          <p:cNvPicPr preferRelativeResize="0"/>
          <p:nvPr/>
        </p:nvPicPr>
        <p:blipFill rotWithShape="1">
          <a:blip r:embed="rId4">
            <a:alphaModFix/>
          </a:blip>
          <a:srcRect b="38535" l="17253" r="59335" t="41084"/>
          <a:stretch/>
        </p:blipFill>
        <p:spPr>
          <a:xfrm>
            <a:off x="7135550" y="25529650"/>
            <a:ext cx="2813316" cy="21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093350" y="22126708"/>
            <a:ext cx="8362355" cy="6221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706575" y="1059327"/>
            <a:ext cx="4368550" cy="43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6075" y="1059327"/>
            <a:ext cx="4368550" cy="43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Verve">
      <a:dk1>
        <a:srgbClr val="000000"/>
      </a:dk1>
      <a:lt1>
        <a:srgbClr val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Graphicsland/MakeSigns.com</dc:creator>
</cp:coreProperties>
</file>